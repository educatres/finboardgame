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017e886ed4264" /><Relationship Type="http://schemas.openxmlformats.org/officeDocument/2006/relationships/extended-properties" Target="/docProps/app.xml" Id="Ra357135a61d14f64" /><Relationship Type="http://schemas.openxmlformats.org/officeDocument/2006/relationships/officeDocument" Target="/ppt/presentation.xml" Id="R6766aa7ab7c2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31874295f460e"/>
  </p:sldMasterIdLst>
  <p:notesMasterIdLst>
    <p:notesMasterId xmlns:r="http://schemas.openxmlformats.org/officeDocument/2006/relationships" r:id="R9b8897b3c9764b89"/>
  </p:notesMasterIdLst>
  <p:sldIdLst>
    <p:sldId xmlns:r="http://schemas.openxmlformats.org/officeDocument/2006/relationships" id="256" r:id="R6ab19a46b3914180"/>
    <p:sldId xmlns:r="http://schemas.openxmlformats.org/officeDocument/2006/relationships" id="257" r:id="R1866755202ae4db1"/>
    <p:sldId xmlns:r="http://schemas.openxmlformats.org/officeDocument/2006/relationships" id="258" r:id="Re5a332c4df344817"/>
    <p:sldId xmlns:r="http://schemas.openxmlformats.org/officeDocument/2006/relationships" id="259" r:id="R5484fbb230b549a8"/>
    <p:sldId xmlns:r="http://schemas.openxmlformats.org/officeDocument/2006/relationships" id="260" r:id="Rd0fafb1c80874fe8"/>
    <p:sldId xmlns:r="http://schemas.openxmlformats.org/officeDocument/2006/relationships" id="261" r:id="R7371d128537b48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d96a238c644eb" /><Relationship Type="http://schemas.openxmlformats.org/officeDocument/2006/relationships/slideMaster" Target="/ppt/slideMasters/slideMaster1.xml" Id="Rd8631874295f460e" /><Relationship Type="http://schemas.openxmlformats.org/officeDocument/2006/relationships/notesMaster" Target="/ppt/notesMasters/notesMaster1.xml" Id="R9b8897b3c9764b89" /><Relationship Type="http://schemas.openxmlformats.org/officeDocument/2006/relationships/presProps" Target="/ppt/presProps.xml" Id="Rdcf3c7609a7b46f1" /><Relationship Type="http://schemas.openxmlformats.org/officeDocument/2006/relationships/tableStyles" Target="/ppt/tableStyles.xml" Id="R7867868477394b19" /><Relationship Type="http://schemas.openxmlformats.org/officeDocument/2006/relationships/slide" Target="/ppt/slides/slide1.xml" Id="R6ab19a46b3914180" /><Relationship Type="http://schemas.openxmlformats.org/officeDocument/2006/relationships/slide" Target="/ppt/slides/slide2.xml" Id="R1866755202ae4db1" /><Relationship Type="http://schemas.openxmlformats.org/officeDocument/2006/relationships/slide" Target="/ppt/slides/slide3.xml" Id="Re5a332c4df344817" /><Relationship Type="http://schemas.openxmlformats.org/officeDocument/2006/relationships/slide" Target="/ppt/slides/slide4.xml" Id="R5484fbb230b549a8" /><Relationship Type="http://schemas.openxmlformats.org/officeDocument/2006/relationships/slide" Target="/ppt/slides/slide5.xml" Id="Rd0fafb1c80874fe8" /><Relationship Type="http://schemas.openxmlformats.org/officeDocument/2006/relationships/slide" Target="/ppt/slides/slide6.xml" Id="R7371d128537b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ad5bf986e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e9b98aa6e414e" /><Relationship Type="http://schemas.openxmlformats.org/officeDocument/2006/relationships/notesMaster" Target="/ppt/notesMasters/notesMaster1.xml" Id="Radc65e668256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2ed728d5c4498" /><Relationship Type="http://schemas.openxmlformats.org/officeDocument/2006/relationships/notesMaster" Target="/ppt/notesMasters/notesMaster1.xml" Id="Rb944f4c2bf56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5b12cbdbc44b9" /><Relationship Type="http://schemas.openxmlformats.org/officeDocument/2006/relationships/notesMaster" Target="/ppt/notesMasters/notesMaster1.xml" Id="R7b244d1110cd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ac949b011f416a" /><Relationship Type="http://schemas.openxmlformats.org/officeDocument/2006/relationships/notesMaster" Target="/ppt/notesMasters/notesMaster1.xml" Id="R66fa98690d4e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83c2f36ad417e" /><Relationship Type="http://schemas.openxmlformats.org/officeDocument/2006/relationships/notesMaster" Target="/ppt/notesMasters/notesMaster1.xml" Id="R97b567dda869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c22044c7a4c1b" /><Relationship Type="http://schemas.openxmlformats.org/officeDocument/2006/relationships/notesMaster" Target="/ppt/notesMasters/notesMaster1.xml" Id="R48f115b21130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1836e93014c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99bc14c3c46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2cf65ee7d45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6436cbc11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d12dfc97141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8cecbeeb844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1B01F-170C-4FA9-9605-A97B221C1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A11C8C-95AC-4336-9837-56500DDC2B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6C8B11-C9C8-4185-8589-B9F8A2BBC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E69F3-CD6D-45E9-BD27-3CAB1991C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A98B79-B19E-45FA-93EC-92ABAC112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31A84E-A069-4697-BA55-E939AE745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E332B8-6D4B-4DF9-B935-534FA9EDE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BF3496-7AE2-45B8-9EE7-7A142430A3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D8F141-6303-45AD-880F-4A535156F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0A9B8-722F-461B-AB68-FA9A131B5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27bc55e21e4573" /><Relationship Type="http://schemas.openxmlformats.org/officeDocument/2006/relationships/slideLayout" Target="/ppt/slideLayouts/slideLayout1.xml" Id="Rcc20aa526802467b" /><Relationship Type="http://schemas.openxmlformats.org/officeDocument/2006/relationships/slideLayout" Target="/ppt/slideLayouts/slideLayout2.xml" Id="R1e95f5c3dd8e4448" /><Relationship Type="http://schemas.openxmlformats.org/officeDocument/2006/relationships/slideLayout" Target="/ppt/slideLayouts/slideLayout3.xml" Id="R3ce071a2d76f41db" /><Relationship Type="http://schemas.openxmlformats.org/officeDocument/2006/relationships/slideLayout" Target="/ppt/slideLayouts/slideLayout4.xml" Id="Ref3fdb1f00c6451d" /><Relationship Type="http://schemas.openxmlformats.org/officeDocument/2006/relationships/slideLayout" Target="/ppt/slideLayouts/slideLayout5.xml" Id="R48b62cd611e842df" /><Relationship Type="http://schemas.openxmlformats.org/officeDocument/2006/relationships/slideLayout" Target="/ppt/slideLayouts/slideLayout6.xml" Id="R20c3db5b33be48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0aa526802467b"/>
    <p:sldLayoutId xmlns:r="http://schemas.openxmlformats.org/officeDocument/2006/relationships" id="2147483650" r:id="R1e95f5c3dd8e4448"/>
    <p:sldLayoutId xmlns:r="http://schemas.openxmlformats.org/officeDocument/2006/relationships" id="2147483651" r:id="R3ce071a2d76f41db"/>
    <p:sldLayoutId xmlns:r="http://schemas.openxmlformats.org/officeDocument/2006/relationships" id="2147483652" r:id="Ref3fdb1f00c6451d"/>
    <p:sldLayoutId xmlns:r="http://schemas.openxmlformats.org/officeDocument/2006/relationships" id="2147483653" r:id="R48b62cd611e842df"/>
    <p:sldLayoutId xmlns:r="http://schemas.openxmlformats.org/officeDocument/2006/relationships" id="2147483654" r:id="R20c3db5b33be48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544a6b33141f1" /><Relationship Type="http://schemas.openxmlformats.org/officeDocument/2006/relationships/image" Target="/ppt/media/image.png" Id="Ra4a7ba562b8c4cdb" /><Relationship Type="http://schemas.openxmlformats.org/officeDocument/2006/relationships/notesSlide" Target="/ppt/notesSlides/notesSlide1.xml" Id="Rcf96490caa9e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c859056b94427" /><Relationship Type="http://schemas.openxmlformats.org/officeDocument/2006/relationships/image" Target="/ppt/media/image2.png" Id="R7f5a32dfe75e4fcd" /><Relationship Type="http://schemas.openxmlformats.org/officeDocument/2006/relationships/notesSlide" Target="/ppt/notesSlides/notesSlide2.xml" Id="R8b8a3f78294f48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d7e6c103c44fa" /><Relationship Type="http://schemas.openxmlformats.org/officeDocument/2006/relationships/image" Target="/ppt/media/image3.png" Id="R56eb070ad7dd4504" /><Relationship Type="http://schemas.openxmlformats.org/officeDocument/2006/relationships/notesSlide" Target="/ppt/notesSlides/notesSlide3.xml" Id="R1ba6c07aa690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9322803dc4771" /><Relationship Type="http://schemas.openxmlformats.org/officeDocument/2006/relationships/notesSlide" Target="/ppt/notesSlides/notesSlide4.xml" Id="R82254ddf1c36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d91d354a74ac0" /><Relationship Type="http://schemas.openxmlformats.org/officeDocument/2006/relationships/image" Target="/ppt/media/image4.png" Id="Rb5331cdf5c0b44f0" /><Relationship Type="http://schemas.openxmlformats.org/officeDocument/2006/relationships/notesSlide" Target="/ppt/notesSlides/notesSlide5.xml" Id="Rbf0b4618078a48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f5b863e9945ba" /><Relationship Type="http://schemas.openxmlformats.org/officeDocument/2006/relationships/notesSlide" Target="/ppt/notesSlides/notesSlide6.xml" Id="R5b34044f4869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6297B-F646-4E08-89A4-3024A199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58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經濟棋局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6E681-8336-4E0C-9B0D-D2E1192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玩家快速上手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9B71-0E02-4AE4-A10D-B062D36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04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E282F-F201-4B9F-9FDA-C30CB1A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2–4 人輪流經營企業</a:t>
            </a:r>
          </a:p>
          <a:p xmlns:a="http://schemas.openxmlformats.org/drawingml/2006/main">
            <a:pPr>
              <a:defRPr sz="210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一回合代表一季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8BA1A-F0B2-41F8-902E-2FB2AD47A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7ba562b8c4cdb"/>
          <a:srcRect xmlns:a="http://schemas.openxmlformats.org/drawingml/2006/main" l="6212" t="0" r="62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876300"/>
            <a:ext cx="4724400" cy="5010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66588-84D2-4795-AAFC-BA3D270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578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ECONOMY BOARD GAME</a:t>
            </a:r>
          </a:p>
        </p:txBody>
      </p:sp>
    </p:spTree>
    <p:extLst>
      <p:ext uri="{BB962C8B-B14F-4D97-AF65-F5344CB8AC3E}">
        <p14:creationId xmlns:p14="http://schemas.microsoft.com/office/powerpoint/2010/main" val="1797360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05D0E-2EC1-4174-A15F-9F8B6057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開局設定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A9780-A674-4780-A70A-B44DBBFF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A87E2-6AFA-4A46-8E55-65430ED7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91E87-82EF-46DB-A373-D05A704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0E29C-3583-4BE6-8D65-E504BCE7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573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選 2–4 位玩家與企業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0F71F-C36E-4137-8589-9F75F092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3360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每位玩家選不同的企業角色。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3F929-A1A1-48AB-8833-A9C48ADE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888FF-8615-4B27-BFA5-9287FCF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527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設定勝利條件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7695-E997-4266-99EF-2A4E9232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290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預設淨資產目標 5,500，最多 12 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A04B3-E267-4CB6-A86D-4D0DF9E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B2590-B171-4AE1-8D55-4A6F7E4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0075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按「開始遊戲」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7614D-1F3D-4735-9BC9-21ABDA40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86325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同一台電腦輪流操作。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89FA6-71B9-4318-9011-BDEBD09D0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a32dfe75e4fcd"/>
          <a:stretch xmlns:a="http://schemas.openxmlformats.org/drawingml/2006/main"/>
        </p:blipFill>
        <p:spPr>
          <a:xfrm xmlns:a="http://schemas.openxmlformats.org/drawingml/2006/main">
            <a:off x="6891143" y="1628775"/>
            <a:ext cx="4305689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30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4E4BC-59F0-43BA-9AF4-4EC0AD8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輪到你時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A86AD-93E5-4D92-B3E9-14E6772D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D96ED-3AC8-418C-9319-BA84F69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32A63-D8A9-4D8E-8EDA-2FC882A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531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啟動三輪拉霸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7C7A6-FE3F-4310-9698-EC5E8E07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每輪出現 0–3，三個數字相加，</a:t>
            </a:r>
          </a:p>
          <a:p xmlns:a="http://schemas.openxmlformats.org/drawingml/2006/main">
            <a:pPr>
              <a:defRPr sz="187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就是棋子前進的格數。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06BA6-94F6-4B2B-B7A9-423F9312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4275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 + 1 + 3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42F2B-F8C2-41A7-B1D4-2D0C244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529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＝ 4 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FB559-E5A0-46E1-8BCF-741F944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合計 0 時停在原地，不重抽事件。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FFD47-4C25-4211-ABE1-2C240FA5ED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b070ad7dd4504"/>
          <a:stretch xmlns:a="http://schemas.openxmlformats.org/drawingml/2006/main"/>
        </p:blipFill>
        <p:spPr>
          <a:xfrm xmlns:a="http://schemas.openxmlformats.org/drawingml/2006/main">
            <a:off x="6523586" y="1543050"/>
            <a:ext cx="4974129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98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744DC-E2F5-46A5-9331-72261B87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停格後抽事件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999C-7B67-4065-A1D3-7BB372D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E3790-5053-4DAE-AC44-B5C9AAF6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8551A-FAE4-4FF0-ADBA-B88DFE16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CA6B5F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CA6B5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CA6B5F"/>
                </a:solidFill>
                <a:latin typeface="Noto Sans TC"/>
                <a:ea typeface="Noto Sans TC"/>
                <a:cs typeface="Noto Sans TC"/>
              </a:rPr>
              <a:t>全球事件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0A07-01EF-43EB-BCF4-1AE16FC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影響所有適用企業，</a:t>
            </a:r>
          </a:p>
          <a:p xmlns:a="http://schemas.openxmlformats.org/drawingml/2006/main">
            <a: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包含沒有玩家選擇的企業。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CFD7E-BC96-4E07-8C24-0043F6B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8038E-68C7-4E76-A9F6-F86C57A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2877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682B1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682B1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6682B1"/>
                </a:solidFill>
                <a:latin typeface="Noto Sans TC"/>
                <a:ea typeface="Noto Sans TC"/>
                <a:cs typeface="Noto Sans TC"/>
              </a:rPr>
              <a:t>個人事件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F64BE-49EB-4430-B89A-C96B94A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只影響抽到卡的玩家。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C1183-34FB-4798-A771-3CEEF278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71CF3-C24B-4407-A8A3-A4E99C0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8948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78948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B78948"/>
                </a:solidFill>
                <a:latin typeface="Noto Sans TC"/>
                <a:ea typeface="Noto Sans TC"/>
                <a:cs typeface="Noto Sans TC"/>
              </a:rPr>
              <a:t>產業事件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18309-C440-4318-9B43-515FDF5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影響該產業的所有企業。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41321-1B45-4F78-BA96-CF940A90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42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5D612-3D41-49EB-A36A-92893931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棋盤共有 24 格。抽到的事件會持續數季，效果可以疊加。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3DA37-A5C7-4F7C-9540-EB4A807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在「全球事件」頁籤可查看作用中的卡片與剩餘季數。</a:t>
            </a:r>
          </a:p>
        </p:txBody>
      </p:sp>
    </p:spTree>
    <p:extLst>
      <p:ext uri="{BB962C8B-B14F-4D97-AF65-F5344CB8AC3E}">
        <p14:creationId xmlns:p14="http://schemas.microsoft.com/office/powerpoint/2010/main" val="1445698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48DD2-E773-401F-894E-73C9936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經營與季度結算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2A21A-9677-44A0-9F7E-8B5ED0EC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8BE74-361C-4C3F-A18B-34D4231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B17BF-E36C-4BED-92FA-AF2BFF63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抽卡後，你可以調整企業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B0EF9-ACA9-408F-8971-800EB20D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381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聘僱或裁員：改變人力成本與市場失業率。</a:t>
            </a:r>
          </a:p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借款或還款：改變現金與負債。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243C4-CBE0-4A1C-A188-384FF58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6758F-B9B4-4AFA-A9DA-A5D2F5C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完成行動後交給下一位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7FC4F-8EF6-48C1-8A30-2FB87B0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最後一位玩家按「結算本季」。</a:t>
            </a:r>
          </a:p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事件先影響企業財務，再更新總體數據；</a:t>
            </a:r>
          </a:p>
          <a:p xmlns:a="http://schemas.openxmlformats.org/drawingml/2006/main">
            <a:pPr>
              <a:def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聯準會據此決定下一季政策。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7F3E-25BF-4296-8FB3-1A51E1CC2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31cdf5c0b44f0"/>
          <a:stretch xmlns:a="http://schemas.openxmlformats.org/drawingml/2006/main"/>
        </p:blipFill>
        <p:spPr>
          <a:xfrm xmlns:a="http://schemas.openxmlformats.org/drawingml/2006/main">
            <a:off x="7097972" y="1619250"/>
            <a:ext cx="3834880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49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4296F-D0BB-44EB-99E6-1177D20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勝負與存檔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A4834-7137-4D83-8E2B-D3ED0A78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E9500-54EA-4111-9A16-9FD0FFB2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37959-8079-45D1-95E7-FB79749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28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淨資產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BA534-576C-4E11-8E10-EC5A172A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現金 ＋ 投資資產 − 借款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BDD1-0EA1-4CB6-BA59-8A8937F7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4FE04-04D2-48F9-A10F-FF20C1AB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達成目標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75870-8722-4A9A-88E5-F14139F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957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有人破產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7A10E-ADDF-458D-B66E-A204D565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9572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4222E"/>
                </a:solidFill>
                <a:latin typeface="Noto Sans TC"/>
                <a:ea typeface="Noto Sans TC"/>
                <a:cs typeface="Noto Sans TC"/>
              </a:rPr>
              <a:t>到達季數上限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8F504-EAD7-481C-914E-5E59D8B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567080"/>
                </a:solidFill>
                <a:latin typeface="Noto Sans TC"/>
                <a:ea typeface="Noto Sans TC"/>
                <a:cs typeface="Noto Sans TC"/>
              </a:rPr>
              <a:t>出現其中一種情況，對局就會結束。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52662-0D9A-40D1-878F-72238DA3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2618C-CDA3-4C53-9127-60809BC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958B"/>
                </a:solidFill>
                <a:latin typeface="Noto Sans TC"/>
                <a:ea typeface="Noto Sans TC"/>
                <a:cs typeface="Noto Sans TC"/>
              </a:rPr>
              <a:t>開啟 index.html 開始遊戲。進度會在目前瀏覽器自動儲存，也能匯出存檔。</a:t>
            </a:r>
          </a:p>
        </p:txBody>
      </p:sp>
    </p:spTree>
    <p:extLst>
      <p:ext uri="{BB962C8B-B14F-4D97-AF65-F5344CB8AC3E}">
        <p14:creationId xmlns:p14="http://schemas.microsoft.com/office/powerpoint/2010/main" val="1739017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2026-10-09T08:14:24.8410000Z</dcterms:created>
  <dcterms:modified xsi:type="dcterms:W3CDTF">2026-10-09T08:14:24.8410000Z</dcterms:modified>
</coreProperties>
</file>